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>
                <a:solidFill>
                  <a:srgbClr val="0066CC"/>
                </a:solidFill>
                <a:latin typeface="Poppins"/>
              </a:rP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333333"/>
                </a:solidFill>
                <a:latin typeface="Open Sans"/>
              </a:rPr>
              <a:t>Generated from workspace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66CC"/>
                </a:solidFill>
                <a:latin typeface="Poppins"/>
              </a:rPr>
              <a:t>Slide 2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800">
                <a:solidFill>
                  <a:srgbClr val="333333"/>
                </a:solidFill>
                <a:latin typeface="Open Sans"/>
              </a:rPr>
              <a:t>Key point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800">
                <a:solidFill>
                  <a:srgbClr val="333333"/>
                </a:solidFill>
                <a:latin typeface="Open Sans"/>
              </a:rPr>
              <a:t>Key point 2</a:t>
            </a:r>
          </a:p>
          <a:p>
            <a:pPr/>
            <a:r>
              <a:rPr sz="1800">
                <a:solidFill>
                  <a:srgbClr val="333333"/>
                </a:solidFill>
                <a:latin typeface="Open Sans"/>
              </a:rPr>
              <a:t>Key point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66CC"/>
                </a:solidFill>
                <a:latin typeface="Poppins"/>
              </a:rP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333333"/>
                </a:solidFill>
                <a:latin typeface="Open Sans"/>
              </a:rPr>
              <a:t>Key point 1</a:t>
            </a:r>
            <a:br/>
            <a:r>
              <a:rPr sz="1800">
                <a:solidFill>
                  <a:srgbClr val="333333"/>
                </a:solidFill>
                <a:latin typeface="Open Sans"/>
              </a:rPr>
              <a:t>Key point 2</a:t>
            </a:r>
            <a:br/>
            <a:r>
              <a:rPr sz="1800">
                <a:solidFill>
                  <a:srgbClr val="333333"/>
                </a:solidFill>
                <a:latin typeface="Open Sans"/>
              </a:rPr>
              <a:t>Key point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66CC"/>
                </a:solidFill>
                <a:latin typeface="Poppins"/>
              </a:rPr>
              <a:t>Slide 4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800">
                <a:solidFill>
                  <a:srgbClr val="333333"/>
                </a:solidFill>
                <a:latin typeface="Open Sans"/>
              </a:rPr>
              <a:t>Key point 1</a:t>
            </a:r>
            <a:br/>
            <a:r>
              <a:rPr sz="1800">
                <a:solidFill>
                  <a:srgbClr val="333333"/>
                </a:solidFill>
                <a:latin typeface="Open Sans"/>
              </a:rPr>
              <a:t>Key point 2</a:t>
            </a:r>
            <a:br/>
            <a:r>
              <a:rPr sz="1800">
                <a:solidFill>
                  <a:srgbClr val="333333"/>
                </a:solidFill>
                <a:latin typeface="Open Sans"/>
              </a:rPr>
              <a:t>Key point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886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[Image Placeholder]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>
                <a:solidFill>
                  <a:srgbClr val="0066CC"/>
                </a:solidFill>
                <a:latin typeface="Poppins"/>
              </a:rPr>
              <a:t>Slide 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